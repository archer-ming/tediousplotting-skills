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212"/>
        <p:guide pos="380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4.xml"/><Relationship Id="rId2" Type="http://schemas.openxmlformats.org/officeDocument/2006/relationships/image" Target="../media/image1.sv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22885" y="234950"/>
            <a:ext cx="15544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Times New Roman" panose="02020603050405020304" charset="0"/>
              </a:rPr>
              <a:t>幸运三叶草</a:t>
            </a:r>
            <a:endParaRPr lang="zh-CN" altLang="en-US">
              <a:latin typeface="Times New Roman" panose="0202060305040502030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100580" y="6024245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起止</a:t>
            </a:r>
            <a:r>
              <a:rPr lang="zh-CN" altLang="en-US"/>
              <a:t>模块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4409440" y="6024245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过程</a:t>
            </a:r>
            <a:r>
              <a:rPr lang="zh-CN" altLang="en-US"/>
              <a:t>模块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6845300" y="6024245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判断</a:t>
            </a:r>
            <a:r>
              <a:rPr lang="zh-CN" altLang="en-US"/>
              <a:t>模块</a:t>
            </a:r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9444355" y="6024245"/>
            <a:ext cx="868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流程</a:t>
            </a:r>
            <a:r>
              <a:rPr lang="zh-CN" altLang="en-US"/>
              <a:t>线</a:t>
            </a:r>
            <a:endParaRPr lang="zh-CN" altLang="en-US"/>
          </a:p>
        </p:txBody>
      </p:sp>
      <p:sp>
        <p:nvSpPr>
          <p:cNvPr id="18" name="流程图: 过程 17"/>
          <p:cNvSpPr/>
          <p:nvPr/>
        </p:nvSpPr>
        <p:spPr>
          <a:xfrm>
            <a:off x="4144010" y="5034915"/>
            <a:ext cx="1890395" cy="591185"/>
          </a:xfrm>
          <a:prstGeom prst="flowChartProcess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流程图: 终止 20"/>
          <p:cNvSpPr/>
          <p:nvPr/>
        </p:nvSpPr>
        <p:spPr>
          <a:xfrm>
            <a:off x="1704340" y="5034915"/>
            <a:ext cx="1890395" cy="591185"/>
          </a:xfrm>
          <a:prstGeom prst="flowChartTerminator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流程图: 决策 21"/>
          <p:cNvSpPr/>
          <p:nvPr/>
        </p:nvSpPr>
        <p:spPr>
          <a:xfrm>
            <a:off x="6537325" y="5034915"/>
            <a:ext cx="1890395" cy="591185"/>
          </a:xfrm>
          <a:prstGeom prst="flowChartDecision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5" name="直接箭头连接符 24"/>
          <p:cNvCxnSpPr/>
          <p:nvPr/>
        </p:nvCxnSpPr>
        <p:spPr>
          <a:xfrm flipV="1">
            <a:off x="9164320" y="5327015"/>
            <a:ext cx="1721485" cy="635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 flipV="1">
            <a:off x="9164320" y="4413885"/>
            <a:ext cx="1721485" cy="6350"/>
          </a:xfrm>
          <a:prstGeom prst="straightConnector1">
            <a:avLst/>
          </a:prstGeom>
          <a:ln>
            <a:gradFill>
              <a:gsLst>
                <a:gs pos="0">
                  <a:srgbClr val="FECF40"/>
                </a:gs>
                <a:gs pos="100000">
                  <a:srgbClr val="846C21"/>
                </a:gs>
              </a:gsLst>
            </a:gradFill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/>
          <p:nvPr/>
        </p:nvCxnSpPr>
        <p:spPr>
          <a:xfrm flipV="1">
            <a:off x="9164320" y="3957320"/>
            <a:ext cx="1721485" cy="6350"/>
          </a:xfrm>
          <a:prstGeom prst="straightConnector1">
            <a:avLst/>
          </a:prstGeom>
          <a:ln>
            <a:solidFill>
              <a:srgbClr val="92D050"/>
            </a:solidFill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 flipV="1">
            <a:off x="9164320" y="4870450"/>
            <a:ext cx="1721485" cy="6350"/>
          </a:xfrm>
          <a:prstGeom prst="straightConnector1">
            <a:avLst/>
          </a:prstGeom>
          <a:ln>
            <a:solidFill>
              <a:schemeClr val="accent4">
                <a:lumMod val="50000"/>
              </a:schemeClr>
            </a:solidFill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235585" y="322580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简约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100580" y="6024245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起止</a:t>
            </a:r>
            <a:r>
              <a:rPr lang="zh-CN" altLang="en-US"/>
              <a:t>模块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409440" y="6024245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过程</a:t>
            </a:r>
            <a:r>
              <a:rPr lang="zh-CN" altLang="en-US"/>
              <a:t>模块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845300" y="6024245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判断</a:t>
            </a:r>
            <a:r>
              <a:rPr lang="zh-CN" altLang="en-US"/>
              <a:t>模块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9444355" y="6024245"/>
            <a:ext cx="868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流程</a:t>
            </a:r>
            <a:r>
              <a:rPr lang="zh-CN" altLang="en-US"/>
              <a:t>线</a:t>
            </a:r>
            <a:endParaRPr lang="zh-CN" altLang="en-US"/>
          </a:p>
        </p:txBody>
      </p:sp>
      <p:sp>
        <p:nvSpPr>
          <p:cNvPr id="14" name="流程图: 过程 13"/>
          <p:cNvSpPr/>
          <p:nvPr/>
        </p:nvSpPr>
        <p:spPr>
          <a:xfrm>
            <a:off x="4119245" y="4787265"/>
            <a:ext cx="1678305" cy="49149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左右箭头 8"/>
          <p:cNvSpPr/>
          <p:nvPr/>
        </p:nvSpPr>
        <p:spPr>
          <a:xfrm>
            <a:off x="9508490" y="4862195"/>
            <a:ext cx="740410" cy="341630"/>
          </a:xfrm>
          <a:prstGeom prst="left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流程图: 终止 9"/>
          <p:cNvSpPr/>
          <p:nvPr/>
        </p:nvSpPr>
        <p:spPr>
          <a:xfrm>
            <a:off x="1810385" y="4787265"/>
            <a:ext cx="1678305" cy="491490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流程图: 决策 11"/>
          <p:cNvSpPr/>
          <p:nvPr/>
        </p:nvSpPr>
        <p:spPr>
          <a:xfrm>
            <a:off x="6699250" y="4718685"/>
            <a:ext cx="1678305" cy="628650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3" name="直接箭头连接符 12"/>
          <p:cNvCxnSpPr/>
          <p:nvPr/>
        </p:nvCxnSpPr>
        <p:spPr>
          <a:xfrm flipV="1">
            <a:off x="8977630" y="4202430"/>
            <a:ext cx="1721485" cy="635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7" name="图片 16" descr="343435383139313b333633363836333bd6b1cfdfbcfdcdb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44355" y="2971800"/>
            <a:ext cx="914400" cy="914400"/>
          </a:xfrm>
          <a:prstGeom prst="rect">
            <a:avLst/>
          </a:prstGeom>
        </p:spPr>
      </p:pic>
      <p:sp>
        <p:nvSpPr>
          <p:cNvPr id="25" name="流程图: 过程 24"/>
          <p:cNvSpPr/>
          <p:nvPr/>
        </p:nvSpPr>
        <p:spPr>
          <a:xfrm>
            <a:off x="4119880" y="3543300"/>
            <a:ext cx="1677670" cy="814705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流程图: 终止 25"/>
          <p:cNvSpPr/>
          <p:nvPr/>
        </p:nvSpPr>
        <p:spPr>
          <a:xfrm>
            <a:off x="1811020" y="3686810"/>
            <a:ext cx="1678305" cy="671195"/>
          </a:xfrm>
          <a:prstGeom prst="flowChartTerminator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流程图: 决策 26"/>
          <p:cNvSpPr/>
          <p:nvPr/>
        </p:nvSpPr>
        <p:spPr>
          <a:xfrm>
            <a:off x="6699885" y="3543300"/>
            <a:ext cx="1677670" cy="814705"/>
          </a:xfrm>
          <a:prstGeom prst="flowChartDecisi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流程图: 过程 27"/>
          <p:cNvSpPr/>
          <p:nvPr/>
        </p:nvSpPr>
        <p:spPr>
          <a:xfrm>
            <a:off x="4119245" y="2419985"/>
            <a:ext cx="1677670" cy="814705"/>
          </a:xfrm>
          <a:prstGeom prst="flowChartProcess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流程图: 终止 28"/>
          <p:cNvSpPr/>
          <p:nvPr/>
        </p:nvSpPr>
        <p:spPr>
          <a:xfrm>
            <a:off x="1811020" y="2563495"/>
            <a:ext cx="1678305" cy="671195"/>
          </a:xfrm>
          <a:prstGeom prst="flowChartTerminator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流程图: 决策 29"/>
          <p:cNvSpPr/>
          <p:nvPr/>
        </p:nvSpPr>
        <p:spPr>
          <a:xfrm>
            <a:off x="6699885" y="2419985"/>
            <a:ext cx="1677670" cy="814705"/>
          </a:xfrm>
          <a:prstGeom prst="flowChartDecision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66700" y="323215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霓虹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494790" y="6024245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起止</a:t>
            </a:r>
            <a:r>
              <a:rPr lang="zh-CN" altLang="en-US"/>
              <a:t>模块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408805" y="6024245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过程</a:t>
            </a:r>
            <a:r>
              <a:rPr lang="zh-CN" altLang="en-US"/>
              <a:t>模块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159625" y="6024245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判断</a:t>
            </a:r>
            <a:r>
              <a:rPr lang="zh-CN" altLang="en-US"/>
              <a:t>模块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9792970" y="6024245"/>
            <a:ext cx="868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流程</a:t>
            </a:r>
            <a:r>
              <a:rPr lang="zh-CN" altLang="en-US"/>
              <a:t>线</a:t>
            </a:r>
            <a:endParaRPr lang="zh-CN" altLang="en-US"/>
          </a:p>
        </p:txBody>
      </p:sp>
      <p:sp>
        <p:nvSpPr>
          <p:cNvPr id="10237" name="Google Shape;10237;p143"/>
          <p:cNvSpPr/>
          <p:nvPr/>
        </p:nvSpPr>
        <p:spPr>
          <a:xfrm>
            <a:off x="3947832" y="4967478"/>
            <a:ext cx="2020000" cy="5812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D8EDBA">
                  <a:alpha val="29411"/>
                </a:srgbClr>
              </a:gs>
              <a:gs pos="100000">
                <a:srgbClr val="FE9696">
                  <a:alpha val="29411"/>
                </a:srgbClr>
              </a:gs>
            </a:gsLst>
            <a:lin ang="13500032" scaled="0"/>
          </a:gra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465" dirty="0">
              <a:solidFill>
                <a:schemeClr val="tx1"/>
              </a:solidFill>
            </a:endParaRPr>
          </a:p>
        </p:txBody>
      </p:sp>
      <p:sp>
        <p:nvSpPr>
          <p:cNvPr id="10254" name="Google Shape;10254;p143"/>
          <p:cNvSpPr/>
          <p:nvPr/>
        </p:nvSpPr>
        <p:spPr>
          <a:xfrm>
            <a:off x="3947795" y="3916680"/>
            <a:ext cx="2019935" cy="647065"/>
          </a:xfrm>
          <a:prstGeom prst="roundRect">
            <a:avLst>
              <a:gd name="adj" fmla="val 28518"/>
            </a:avLst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465">
              <a:solidFill>
                <a:schemeClr val="tx1"/>
              </a:solidFill>
            </a:endParaRPr>
          </a:p>
        </p:txBody>
      </p:sp>
      <p:sp>
        <p:nvSpPr>
          <p:cNvPr id="10271" name="Google Shape;10271;p143"/>
          <p:cNvSpPr/>
          <p:nvPr/>
        </p:nvSpPr>
        <p:spPr>
          <a:xfrm>
            <a:off x="3947795" y="2887980"/>
            <a:ext cx="2019935" cy="62484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0FFFF">
                  <a:alpha val="31372"/>
                </a:srgbClr>
              </a:gs>
              <a:gs pos="100000">
                <a:srgbClr val="B0DAF1">
                  <a:alpha val="37254"/>
                </a:srgbClr>
              </a:gs>
            </a:gsLst>
            <a:lin ang="0" scaled="0"/>
          </a:gra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465">
              <a:solidFill>
                <a:schemeClr val="tx1"/>
              </a:solidFill>
            </a:endParaRPr>
          </a:p>
        </p:txBody>
      </p:sp>
      <p:sp>
        <p:nvSpPr>
          <p:cNvPr id="10" name="流程图: 终止 9"/>
          <p:cNvSpPr/>
          <p:nvPr/>
        </p:nvSpPr>
        <p:spPr>
          <a:xfrm>
            <a:off x="1494790" y="5040630"/>
            <a:ext cx="1304925" cy="508000"/>
          </a:xfrm>
          <a:prstGeom prst="flowChartTerminator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bg2">
                <a:lumMod val="75000"/>
              </a:schemeClr>
            </a:solidFill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Google Shape;10237;p143"/>
          <p:cNvSpPr/>
          <p:nvPr/>
        </p:nvSpPr>
        <p:spPr>
          <a:xfrm>
            <a:off x="1137322" y="3950208"/>
            <a:ext cx="2020000" cy="581200"/>
          </a:xfrm>
          <a:prstGeom prst="flowChartTerminator">
            <a:avLst/>
          </a:prstGeom>
          <a:gradFill>
            <a:gsLst>
              <a:gs pos="0">
                <a:srgbClr val="D8EDBA">
                  <a:alpha val="29411"/>
                </a:srgbClr>
              </a:gs>
              <a:gs pos="100000">
                <a:srgbClr val="FE9696">
                  <a:alpha val="29411"/>
                </a:srgbClr>
              </a:gs>
            </a:gsLst>
            <a:lin ang="13500032" scaled="0"/>
          </a:gra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465" dirty="0">
              <a:solidFill>
                <a:schemeClr val="tx1"/>
              </a:solidFill>
            </a:endParaRPr>
          </a:p>
        </p:txBody>
      </p:sp>
      <p:sp>
        <p:nvSpPr>
          <p:cNvPr id="12" name="Google Shape;10254;p143"/>
          <p:cNvSpPr/>
          <p:nvPr/>
        </p:nvSpPr>
        <p:spPr>
          <a:xfrm>
            <a:off x="1137285" y="2794000"/>
            <a:ext cx="2019935" cy="647065"/>
          </a:xfrm>
          <a:prstGeom prst="flowChartTerminator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465">
              <a:solidFill>
                <a:schemeClr val="tx1"/>
              </a:solidFill>
            </a:endParaRPr>
          </a:p>
        </p:txBody>
      </p:sp>
      <p:sp>
        <p:nvSpPr>
          <p:cNvPr id="13" name="流程图: 决策 12"/>
          <p:cNvSpPr/>
          <p:nvPr/>
        </p:nvSpPr>
        <p:spPr>
          <a:xfrm>
            <a:off x="7018655" y="4930140"/>
            <a:ext cx="1436370" cy="727075"/>
          </a:xfrm>
          <a:prstGeom prst="flowChartDecision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2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Google Shape;10254;p143"/>
          <p:cNvSpPr/>
          <p:nvPr/>
        </p:nvSpPr>
        <p:spPr>
          <a:xfrm>
            <a:off x="6697980" y="3916045"/>
            <a:ext cx="2019935" cy="647065"/>
          </a:xfrm>
          <a:prstGeom prst="flowChartDecision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465">
              <a:solidFill>
                <a:schemeClr val="tx1"/>
              </a:solidFill>
            </a:endParaRPr>
          </a:p>
        </p:txBody>
      </p:sp>
      <p:sp>
        <p:nvSpPr>
          <p:cNvPr id="15" name="Google Shape;10271;p143"/>
          <p:cNvSpPr/>
          <p:nvPr/>
        </p:nvSpPr>
        <p:spPr>
          <a:xfrm>
            <a:off x="6697980" y="2924175"/>
            <a:ext cx="2019935" cy="624840"/>
          </a:xfrm>
          <a:prstGeom prst="flowChartDecision">
            <a:avLst/>
          </a:prstGeom>
          <a:gradFill>
            <a:gsLst>
              <a:gs pos="0">
                <a:srgbClr val="00FFFF">
                  <a:alpha val="31372"/>
                </a:srgbClr>
              </a:gs>
              <a:gs pos="100000">
                <a:srgbClr val="B0DAF1">
                  <a:alpha val="37254"/>
                </a:srgbClr>
              </a:gs>
            </a:gsLst>
            <a:lin ang="0" scaled="0"/>
          </a:gra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465">
              <a:solidFill>
                <a:schemeClr val="tx1"/>
              </a:solidFill>
            </a:endParaRPr>
          </a:p>
        </p:txBody>
      </p:sp>
      <p:cxnSp>
        <p:nvCxnSpPr>
          <p:cNvPr id="6275" name="Google Shape;6275;p127"/>
          <p:cNvCxnSpPr/>
          <p:nvPr/>
        </p:nvCxnSpPr>
        <p:spPr>
          <a:xfrm>
            <a:off x="9478010" y="5293360"/>
            <a:ext cx="1497965" cy="3175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" name="Google Shape;10254;p143"/>
          <p:cNvSpPr/>
          <p:nvPr/>
        </p:nvSpPr>
        <p:spPr>
          <a:xfrm>
            <a:off x="9522460" y="4069715"/>
            <a:ext cx="1527810" cy="342265"/>
          </a:xfrm>
          <a:prstGeom prst="rightArrow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465">
              <a:solidFill>
                <a:schemeClr val="tx1"/>
              </a:solidFill>
            </a:endParaRPr>
          </a:p>
        </p:txBody>
      </p:sp>
      <p:sp>
        <p:nvSpPr>
          <p:cNvPr id="18" name="Google Shape;10271;p143"/>
          <p:cNvSpPr/>
          <p:nvPr/>
        </p:nvSpPr>
        <p:spPr>
          <a:xfrm>
            <a:off x="9217660" y="2924175"/>
            <a:ext cx="2019935" cy="624840"/>
          </a:xfrm>
          <a:prstGeom prst="rightArrow">
            <a:avLst/>
          </a:prstGeom>
          <a:gradFill>
            <a:gsLst>
              <a:gs pos="0">
                <a:srgbClr val="00FFFF">
                  <a:alpha val="31372"/>
                </a:srgbClr>
              </a:gs>
              <a:gs pos="100000">
                <a:srgbClr val="B0DAF1">
                  <a:alpha val="37254"/>
                </a:srgbClr>
              </a:gs>
            </a:gsLst>
            <a:lin ang="0" scaled="0"/>
          </a:gra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465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</Words>
  <Application>WPS 演示</Application>
  <PresentationFormat>宽屏</PresentationFormat>
  <Paragraphs>30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4" baseType="lpstr">
      <vt:lpstr>Arial</vt:lpstr>
      <vt:lpstr>宋体</vt:lpstr>
      <vt:lpstr>Wingdings</vt:lpstr>
      <vt:lpstr>Wingdings</vt:lpstr>
      <vt:lpstr>Arial</vt:lpstr>
      <vt:lpstr>Times New Roman</vt:lpstr>
      <vt:lpstr>Consolas</vt:lpstr>
      <vt:lpstr>微软雅黑</vt:lpstr>
      <vt:lpstr>Arial Unicode MS</vt:lpstr>
      <vt:lpstr>Calibri</vt:lpstr>
      <vt:lpstr>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黄圣铭</cp:lastModifiedBy>
  <cp:revision>179</cp:revision>
  <dcterms:created xsi:type="dcterms:W3CDTF">2019-06-19T02:08:00Z</dcterms:created>
  <dcterms:modified xsi:type="dcterms:W3CDTF">2026-05-12T10:44:33Z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2052-11.1.0.11754</vt:lpwstr>
  </property>
  <property fmtid="{D5CDD505-2E9C-101B-9397-08002B2CF9AE}" pid="3" name="ICV">
    <vt:lpwstr>2B4366575F7E4DA8AAB47B292C7CBC12</vt:lpwstr>
  </property>
</Properties>
</file>